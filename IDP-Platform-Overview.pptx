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developers describe what their app needs in a single file; the platform turns that into everything Kubernetes needs and ships it to staging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cost per service. The right column is the contract we are committing to: one file, thirty minutes to onboard.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resource types. Emphasise: the same file works unchanged on-prem today and on EKS later — only the platform's implementation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Ownership is the point of this slide: infra builds L1 once, platform team runs L2, developers live entirely in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one-slide summary of the whole system. Steps 3–4 are the platform's core: manifests are fully rendered before they hit git, so ArgoCD applies exactly what was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score.yaml, different implementation per platform target — this is what makes the eventual cloud migration a platform-side change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config repo is the audit trail: nobody hand-edits it, so its history is a truthful record of every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 for security review: a leaked app repo exposes almost nothing — no kubeconfig, no registry admin, no DB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Anticipates the 'does this need internet?' question: no. And the cloud phase is already designed — same developer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Estimates assume the environment cooperates; the main risk items are Harbor certificates on nodes and npm mirroring — both checked in phase A/B.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additive — none of it changes the developer interface established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demo if time allows: push a one-line change and watch staging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5855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774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Developer Platform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310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Score-based application delivery on Kubernetes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build  →  render  →  GitOps  →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staging. Automatically.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this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every team hand-crafting Kubernetes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BEEEC"/>
          </a:solidFill>
          <a:ln/>
        </p:spPr>
      </p:sp>
      <p:sp>
        <p:nvSpPr>
          <p:cNvPr id="5" name="Shape 3"/>
          <p:cNvSpPr/>
          <p:nvPr/>
        </p:nvSpPr>
        <p:spPr>
          <a:xfrm>
            <a:off x="6281928" y="141732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E9F7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per service…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lines of Deployment / Service / Ingress YAML, copy-pasted and drifting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passwords hard-coded in manifests and CI variables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 re-invents its own CI pipeline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knowledge lives in a few heads — onboarding takes days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01968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platform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01968" y="21488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write one score.yaml per service — nothing else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generates all manifests, secrets, routes, databases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pipeline: push → staging with zero manual steps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 onboarded in ~30–60 minutes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every decision must make the developer's score.yaml simpler — complexity is swallowed by the platform.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developer interface: one file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app needs, declared — not implemented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126480" cy="4754880"/>
          </a:xfrm>
          <a:prstGeom prst="roundRect">
            <a:avLst>
              <a:gd name="adj" fmla="val 1923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score.dev/v1b1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order-service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"."          # tag injected by CI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variables: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DB_HOST: ${resources.db.host}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DB_PASSWORD: ${resources.db.password}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 { http: { port: 8080 }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  { type: postgres }        # a database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pay: { type: service,          # another service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params: { workload: payment }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api: { type: route,            # public route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params: { host: shop.local, path: /api } 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86600" y="151790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227" y="1641531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postgres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1737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provisions a database + credentials Secret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86600" y="245059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227" y="2574219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2668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service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26680" y="26700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internal DNS to another service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086600" y="338328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227" y="3506907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26680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route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726680" y="36027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entry via the gateway (Traefik)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086600" y="4398264"/>
            <a:ext cx="4572000" cy="1554480"/>
          </a:xfrm>
          <a:prstGeom prst="roundRect">
            <a:avLst>
              <a:gd name="adj" fmla="val 5882"/>
            </a:avLst>
          </a:prstGeom>
          <a:solidFill>
            <a:srgbClr val="E9F7F2"/>
          </a:solidFill>
          <a:ln/>
        </p:spPr>
      </p:sp>
      <p:sp>
        <p:nvSpPr>
          <p:cNvPr id="19" name="Text 14"/>
          <p:cNvSpPr/>
          <p:nvPr/>
        </p:nvSpPr>
        <p:spPr>
          <a:xfrm>
            <a:off x="7315200" y="4553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developers never write: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315200" y="48646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Service · IngressRoute · Secret · StatefulSet · Kustomize · Helm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three layers, three owners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talks to the one below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F5FAFD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00399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642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— Applications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084832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score.yaml per service → rendered workloads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0" y="1865376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0" y="18653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F5FAFD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44728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71" y="3604199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2644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— Platform components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645920" y="3685032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· ArgoCD · Orchestrator · Provisioner catalog · Patch templates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144000" y="3465576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0" y="34655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663440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F5FAFD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504748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5204399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8646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— Foundation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645920" y="5285232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Rook Ceph storage · Harbor registry · GitHub Enterprise + runner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144000" y="5065776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4" name="Text 19"/>
          <p:cNvSpPr/>
          <p:nvPr/>
        </p:nvSpPr>
        <p:spPr>
          <a:xfrm>
            <a:off x="9144000" y="50657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team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only ever touch L3.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change ships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— no human input until it runs on staging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9933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193852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495" y="209543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6517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Developer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1792" y="2962656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code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score.yaml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487168" y="2450592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926080" y="1737360"/>
            <a:ext cx="19933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193852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935" y="2095439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9232" y="26517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CI (app repo)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999232" y="2962656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images,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Harbor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64608" y="2450592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303520" y="1737360"/>
            <a:ext cx="19933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98464" y="1938528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375" y="209543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76672" y="26517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Orchestrator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376672" y="2962656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manifests,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secrets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42048" y="2450592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680960" y="1737360"/>
            <a:ext cx="19933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375904" y="193852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815" y="2095439"/>
            <a:ext cx="289682" cy="28968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54112" y="26517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Config repo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754112" y="2962656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YAML,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= deploys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619488" y="2450592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10058400" y="1737360"/>
            <a:ext cx="19933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753344" y="193852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0255" y="2095439"/>
            <a:ext cx="289682" cy="28968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131552" y="26517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ArgoCD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10131552" y="2962656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namespace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41605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21295C"/>
          </a:solidFill>
          <a:ln/>
        </p:spPr>
      </p:sp>
      <p:sp>
        <p:nvSpPr>
          <p:cNvPr id="34" name="Text 27"/>
          <p:cNvSpPr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only builds.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calls the platform (repository_dispatch). Rendering, secrets and GitOps commits run centrally in the orchestrator — one implementation for every app.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to production: </a:t>
            </a:r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button. It commits a tag change to the prod folder; ArgoCD shows the diff; a human clicks Sync. Rollback = promote the previous tag.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catalog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line of Score becomes real infrastructure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5FA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postgres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on Rook Ceph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credentials Secret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AWS RDS (cloud)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4256" y="14630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5FA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8576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18800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18105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route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08576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IngressRoute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shared gateway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08576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ALB Ingress (cloud)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9872" y="14630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5FA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94192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38" y="188000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79992" y="18105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service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94192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DNS + 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services of an app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94192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identical (cloud)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9F7F2"/>
          </a:solidFill>
          <a:ln/>
        </p:spPr>
      </p:sp>
      <p:sp>
        <p:nvSpPr>
          <p:cNvPr id="23" name="Text 1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templates own per-environment differences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replicas, resources, image-pull secrets — staging.tpl vs prod.tpl, maintained by the platform team. No Kustomize, no Helm, no per-app overlays.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capability (redis, s3, queues) = one new provisioner entry. Every app can use it the same day.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repos, single responsibility, clear ownership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repo  (per team)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2935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+ Dockerfiles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score.yaml per service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CI: build → notify platform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developers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9F7F2"/>
          </a:solidFill>
          <a:ln/>
        </p:spPr>
      </p:sp>
      <p:sp>
        <p:nvSpPr>
          <p:cNvPr id="10" name="Shape 7"/>
          <p:cNvSpPr/>
          <p:nvPr/>
        </p:nvSpPr>
        <p:spPr>
          <a:xfrm>
            <a:off x="4608576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4376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&lt;app&gt;-config repo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26864" y="2606040"/>
            <a:ext cx="2935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manifests per env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machines only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ArgoCD's single source of truth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= deployment history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19872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2129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737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38" y="18800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9992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repo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2606040"/>
            <a:ext cx="2935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Provisioners + patch templates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workflow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ApplicationSets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 credentials live here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9F7F2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779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</a:t>
            </a:r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auto-discovers every *-config repo in the org. Adding app #10 costs the same as app #2 — two repos, two secrets, zero platform changes.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git; credentials in exactly one place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669329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Generated, not typed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297680" y="15087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passwords are generated by provisioners; apps read them only via secretKeyRef — never plaintext env or files.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066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839761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79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reach git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297680" y="267919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splits Secret objects out of rendered manifests and applies them directly — create-if-missing, so passwords never rotate by accident.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8770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4010193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496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centralized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297680" y="3849624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Kubeconfigs, config-repo tokens, Harbor robots exist only in the platform repo. App repos hold two low-value secrets.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0474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5180625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0200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registry, invisible to devs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297680" y="5020056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templates inject Harbor imagePullSecrets into every workload automatically.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" y="620877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(e.g. &lt;workload&gt;-db-credentials) are the stable contract — we can adopt Vault / External Secrets later without touching any app.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our on-prem reality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inside the company network — no internet required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185696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190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Enterprise (self-hosted)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240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use only bundled actions + plain shell; dispatch URLs resolve via the GHES API automatically.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01384" y="171907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276" y="185696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7190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runner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05472" y="2240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in-network: builds images, reaches the cluster API, runs score-k8s. Pinned binaries installed once.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2219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64" y="396008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2219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registry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4343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 + base images flow through Harbor; mirrored once for air-gap. Robot accounts for CI.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45352" y="35661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2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01384" y="382219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276" y="3960084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382219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 Ceph storage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05472" y="4343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get PVCs on rook-ceph-block — data survives pod and node restarts.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Score interface later targets AWS EKS (Terraform: VPC · EKS · RDS) — applications change nothing.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today's code to fully automatic staging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5FA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&amp; base images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score-k8s + yq on runner; mirror postgres via Harbor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– 1.5 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74136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5FA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42816" y="1737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sample deploy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02736" y="24688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notes-app via deploy script; prove Score → Ceph → Traefik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02736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– 1 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5FA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1737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GHES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28232" y="24688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repos, secrets, runner; CI → orchestrator chain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3.5 d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25128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5FA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53728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25372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93808" y="1737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+ end-to-end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53728" y="24688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auto-discovery; push → staging, zero touches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53728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3 d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6766560" cy="1600200"/>
          </a:xfrm>
          <a:prstGeom prst="roundRect">
            <a:avLst>
              <a:gd name="adj" fmla="val 6857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09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– 9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3566160" y="4846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 total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calendar weeks, one platform engineer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635240" y="4526280"/>
            <a:ext cx="4005072" cy="1600200"/>
          </a:xfrm>
          <a:prstGeom prst="roundRect">
            <a:avLst>
              <a:gd name="adj" fmla="val 6857"/>
            </a:avLst>
          </a:prstGeom>
          <a:solidFill>
            <a:srgbClr val="E9F7F2"/>
          </a:solidFill>
          <a:ln/>
        </p:spPr>
      </p:sp>
      <p:sp>
        <p:nvSpPr>
          <p:cNvPr id="32" name="Text 30"/>
          <p:cNvSpPr/>
          <p:nvPr/>
        </p:nvSpPr>
        <p:spPr>
          <a:xfrm>
            <a:off x="7909560" y="4709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 min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909560" y="5303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each new application once the platform is live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staging: the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stays; the platform grows underneath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033272"/>
          </a:xfrm>
          <a:prstGeom prst="roundRect">
            <a:avLst>
              <a:gd name="adj" fmla="val 8850"/>
            </a:avLst>
          </a:prstGeom>
          <a:solidFill>
            <a:srgbClr val="F5FA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89354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367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0116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on the gateway, RBAC tightening, ArgoCD notifications, rollback drills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378440" y="1801368"/>
            <a:ext cx="105156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0378440" y="180136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715768"/>
            <a:ext cx="11091672" cy="1033272"/>
          </a:xfrm>
          <a:prstGeom prst="roundRect">
            <a:avLst>
              <a:gd name="adj" fmla="val 8850"/>
            </a:avLst>
          </a:prstGeom>
          <a:solidFill>
            <a:srgbClr val="F5FAFD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96265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3100548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843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Cloud (AWS EKS)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54480" y="32186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(VPC / EKS / RDS) per environment; cloud provisioners already written — apps unchanged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378440" y="3008376"/>
            <a:ext cx="1051560" cy="438912"/>
          </a:xfrm>
          <a:prstGeom prst="roundRect">
            <a:avLst>
              <a:gd name="adj" fmla="val 50000"/>
            </a:avLst>
          </a:prstGeom>
          <a:solidFill>
            <a:srgbClr val="EEF5F9"/>
          </a:solidFill>
          <a:ln/>
        </p:spPr>
      </p:sp>
      <p:sp>
        <p:nvSpPr>
          <p:cNvPr id="17" name="Text 13"/>
          <p:cNvSpPr/>
          <p:nvPr/>
        </p:nvSpPr>
        <p:spPr>
          <a:xfrm>
            <a:off x="10378440" y="300837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922776"/>
            <a:ext cx="11091672" cy="1033272"/>
          </a:xfrm>
          <a:prstGeom prst="roundRect">
            <a:avLst>
              <a:gd name="adj" fmla="val 8850"/>
            </a:avLst>
          </a:prstGeom>
          <a:solidFill>
            <a:srgbClr val="F5FAFD"/>
          </a:solidFill>
          <a:ln/>
        </p:spPr>
      </p:sp>
      <p:sp>
        <p:nvSpPr>
          <p:cNvPr id="19" name="Shape 15"/>
          <p:cNvSpPr/>
          <p:nvPr/>
        </p:nvSpPr>
        <p:spPr>
          <a:xfrm>
            <a:off x="777240" y="416966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4307556"/>
            <a:ext cx="254569" cy="2545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050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Orchestrator service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554480" y="442569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workflow-based orchestrator with a service: queueing, audit trail, developer-facing status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378440" y="4215384"/>
            <a:ext cx="1051560" cy="438912"/>
          </a:xfrm>
          <a:prstGeom prst="roundRect">
            <a:avLst>
              <a:gd name="adj" fmla="val 50000"/>
            </a:avLst>
          </a:prstGeom>
          <a:solidFill>
            <a:srgbClr val="EEF5F9"/>
          </a:solidFill>
          <a:ln/>
        </p:spPr>
      </p:sp>
      <p:sp>
        <p:nvSpPr>
          <p:cNvPr id="24" name="Text 19"/>
          <p:cNvSpPr/>
          <p:nvPr/>
        </p:nvSpPr>
        <p:spPr>
          <a:xfrm>
            <a:off x="10378440" y="421538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5129784"/>
            <a:ext cx="11091672" cy="1033272"/>
          </a:xfrm>
          <a:prstGeom prst="roundRect">
            <a:avLst>
              <a:gd name="adj" fmla="val 8850"/>
            </a:avLst>
          </a:prstGeom>
          <a:solidFill>
            <a:srgbClr val="F5FAFD"/>
          </a:solidFill>
          <a:ln/>
        </p:spPr>
      </p:sp>
      <p:sp>
        <p:nvSpPr>
          <p:cNvPr id="26" name="Shape 21"/>
          <p:cNvSpPr/>
          <p:nvPr/>
        </p:nvSpPr>
        <p:spPr>
          <a:xfrm>
            <a:off x="777240" y="537667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5514564"/>
            <a:ext cx="254569" cy="25456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5257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evolution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1554480" y="563270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Secrets Operator / Vault behind the same secret-name contract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0378440" y="5422392"/>
            <a:ext cx="1051560" cy="438912"/>
          </a:xfrm>
          <a:prstGeom prst="roundRect">
            <a:avLst>
              <a:gd name="adj" fmla="val 50000"/>
            </a:avLst>
          </a:prstGeom>
          <a:solidFill>
            <a:srgbClr val="EEF5F9"/>
          </a:solidFill>
          <a:ln/>
        </p:spPr>
      </p:sp>
      <p:sp>
        <p:nvSpPr>
          <p:cNvPr id="31" name="Text 25"/>
          <p:cNvSpPr/>
          <p:nvPr/>
        </p:nvSpPr>
        <p:spPr>
          <a:xfrm>
            <a:off x="10378440" y="54223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15031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ship features.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ships everything else.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weeks of platform work → every future service deploys itself.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·  demo available: notes-app live on staging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2026-07-16T14:46:14Z</dcterms:created>
  <dcterms:modified xsi:type="dcterms:W3CDTF">2026-07-16T14:46:14Z</dcterms:modified>
</cp:coreProperties>
</file>